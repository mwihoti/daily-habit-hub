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Daily Habit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Show up every day. Earn crypto. Build a fitness record no one can fake.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Kenya-first fitness accountability app with gasless Web3 rewards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Live app: daily-habit-hub.vercel.app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Built with Next.js, Supabase, and Avalanche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Most fitness users drop off within 30 days due to weak accountability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Traditional likes/streaks lack real ownership and lasting motivation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Trainers in Nairobi rely on fragmented referrals and inconsistent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Daily check-ins that reward real consistency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10 $HABIT tokens minted per verified check-in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Soulbound NFT achievements at 7, 30, and 100 on-chain check-ins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Zero gas + in-app wallet: no MetaMask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Core 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E84142"/>
                </a:solidFill>
              </a:rPr>
              <a:t>Fitness &amp;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E84142"/>
                </a:solidFill>
              </a:rPr>
              <a:t>Coaching &amp; Messaging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Fast check-ins with photo upload + IPFS pinning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Streak tracking + progress analytics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Public feed, likes/comments, top-50 leaderboard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Goals/tasks for daily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7744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Trainer marketplace with verified profiles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Real-time user-trainer messaging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Client acquisition channel for trainers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Retention-focused coaching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How Web3 Works (Gasless)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User check-in -&gt; Supabase records workout + streak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API route /api/web3/record-habit triggers admin wallet tx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HabitRegistry mints 10 $HABIT to user wallet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At milestones, AchievementNFT auto-mints soulbound badge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Avalanche C-Chain | Admin wallet covers gas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Why Avalanche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Sub-second finality for instant check-in confirmations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Very low transaction fees for sustainable gasless UX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EVM compatibility for Solidity + wagmi/viem tooling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Strong fit for onboarding non-crypto-native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$HABIT Tokenomics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Token cap: 21,000,000 $HABIT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Emission: 10 $HABIT per daily verified check-in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Distribution: 100% usage-based (no pre-mine, no VC allocation)</a:t>
            </a:r>
          </a:p>
          <a:p>
            <a:pPr>
              <a:spcAft>
                <a:spcPts val="1200"/>
              </a:spcAft>
              <a:defRPr sz="2300">
                <a:solidFill>
                  <a:srgbClr val="222222"/>
                </a:solidFill>
              </a:defRPr>
            </a:pPr>
            <a:r>
              <a:t>Utility: trainer payments, premium perks, staking,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Market Opportunity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Primary beachhead: Nairobi trainers, gyms, and campus communities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Channels: social-led acquisition, gym partnerships, streak challenges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Kenya tailwinds: high mobile money usage + high crypto adoption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Expansion path: East Africa + corporate wellness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Trainer marketplace commissions (10-15% per booking)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Premium accountability membership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Corporate wellness dashboards/challenges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Sponsored fitness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Live web app with core retention loops and social/community features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Mainnet contracts deployed: HabitRegistry, HabitToken, AchievementNFT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In-app wallet with PIN-encrypted cloud backup and cross-device restore</a:t>
            </a:r>
          </a:p>
          <a:p>
            <a:pPr>
              <a:spcAft>
                <a:spcPts val="1200"/>
              </a:spcAft>
              <a:defRPr sz="2100">
                <a:solidFill>
                  <a:srgbClr val="222222"/>
                </a:solidFill>
              </a:defRPr>
            </a:pPr>
            <a:r>
              <a:t>Snowscan-verifiable soulbound badges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E84142"/>
                </a:solidFill>
              </a:rPr>
              <a:t>Next 2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E84142"/>
                </a:solidFill>
              </a:rPr>
              <a:t>Longer-Term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Token listing on DEX (Trader Joe / Pangolin)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Push notification reminder engine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Mobile app (React Native / Expo)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Coach payments in $HABIT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77440"/>
            <a:ext cx="5120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$HABIT governance and staking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Group challenges with pooled prizes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Third-party fitness app integrations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Regional expansion across East Africa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daily-habit-hub.vercel.app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22359"/>
                </a:solidFill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Daily Habit Hub turns consistency into identity, rewards, and revenue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It is retention-first fitness, with Web3 infrastructure underneath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Show up every day. Build a record no one can fake.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GitHub: github.com/mwihoti/daily-habit-hub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